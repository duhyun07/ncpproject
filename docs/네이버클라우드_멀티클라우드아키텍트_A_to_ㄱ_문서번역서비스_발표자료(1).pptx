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pic>
        <p:nvPicPr>
          <p:cNvPr id="3" name="Image 0" descr="/mnt/data/logo_a_t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960120"/>
            <a:ext cx="1143000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83280" y="25146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MATCHUP DOCUMENT TRANSLATION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77640" y="2926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468880" y="3429000"/>
            <a:ext cx="731520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영어 문서를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노트로 바꾸는 서비스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023360" y="4709160"/>
            <a:ext cx="4114800" cy="0"/>
          </a:xfrm>
          <a:prstGeom prst="line">
            <a:avLst/>
          </a:prstGeom>
          <a:noFill/>
          <a:ln w="25400">
            <a:solidFill>
              <a:srgbClr val="7EE7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0" y="4983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Naver Cloud Platform 기반 문서 번역 · 요약 · AI 질문 · 유사 문서 추천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 · Naver Cloud Platform 문서 번역 서비스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pic>
        <p:nvPicPr>
          <p:cNvPr id="3" name="Image 0" descr="/mnt/data/logo_a_t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 WHY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05840" y="85953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정의와 목표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4128" y="1417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긴 영어 문서 이해 과정을 업로드부터 질문까지 한 흐름으로 줄입니다.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" y="201168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FBF8F2"/>
          </a:solidFill>
          <a:ln w="12700">
            <a:solidFill>
              <a:srgbClr val="E5DED2">
                <a:alpha val="9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34840" y="201168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FBF8F2"/>
          </a:solidFill>
          <a:ln w="12700">
            <a:solidFill>
              <a:srgbClr val="E5DED2">
                <a:alpha val="9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83880" y="201168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FBF8F2"/>
          </a:solidFill>
          <a:ln w="12700">
            <a:solidFill>
              <a:srgbClr val="E5DED2">
                <a:alpha val="9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35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읽기 어려움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28346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 용어, 긴 문장, 논문 구조 때문에 내용 파악과 정리에 시간이 많이 듭니다.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09160" y="235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번역의 한계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709160" y="2834640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 단위 번역은 가능하지만 전체 핵심 정리, 문서 기반 질문, 학습 노트 관리가 분리되어 있습니다.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58200" y="235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목표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458200" y="2834640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저장·번역·요약·AI 채팅·개인 노트·유사 문서 추천을 결합한 학습 지원 웹 서비스를 개발합니다.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60120" y="42976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6696" y="4366260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PDF / DOCX / TXT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709160" y="429768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45736" y="4366260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NCP CLOVA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458200" y="429768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94776" y="4366260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확장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 · Naver Cloud Platform 문서 번역 서비스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pic>
        <p:nvPicPr>
          <p:cNvPr id="3" name="Image 0" descr="/mnt/data/logo_a_t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FEATURES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05840" y="85953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기능 구성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4128" y="1417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문서를 읽고 이해하는 과정을 한 화면 안에서 처리합니다.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01968" y="1892808"/>
            <a:ext cx="4992624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5DED2"/>
            </a:solidFill>
            <a:prstDash val="solid"/>
          </a:ln>
        </p:spPr>
      </p:sp>
      <p:pic>
        <p:nvPicPr>
          <p:cNvPr id="8" name="Image 1" descr="/mnt/data/스크린샷 2026-05-09 214604(3).png">    </p:cNvPr>
          <p:cNvPicPr>
            <a:picLocks noChangeAspect="1"/>
          </p:cNvPicPr>
          <p:nvPr/>
        </p:nvPicPr>
        <p:blipFill>
          <a:blip r:embed="rId2"/>
          <a:srcRect l="0" r="-25275" t="0" b="2000"/>
          <a:stretch/>
        </p:blipFill>
        <p:spPr>
          <a:xfrm>
            <a:off x="6629400" y="1920240"/>
            <a:ext cx="4937760" cy="2468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85800" y="20574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FBF8F2"/>
          </a:solidFill>
          <a:ln w="12700">
            <a:solidFill>
              <a:srgbClr val="E5DED2">
                <a:alpha val="92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0120" y="2423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BF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371600" y="24048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업로드·관리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371600" y="275234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PDF, DOCX, TXT 파일을 업로드하고 공개/비공개 상태를 관리합니다.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60120" y="34290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BF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371600" y="341071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번역·요약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1371600" y="37581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원문을 번역하고 핵심 요약 및 키워드를 생성합니다.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60120" y="44348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BF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371600" y="441655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채팅·개인 노트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1371600" y="476402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기반 질문 답변과 학습 노트 저장 기능을 제공합니다.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720840" y="4709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BF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132320" y="46908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유사 문서 추천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7132320" y="503834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태그·키워드·요약 기반으로 관련 공개 문서를 추천합니다.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 · Naver Cloud Platform 문서 번역 서비스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pic>
        <p:nvPicPr>
          <p:cNvPr id="3" name="Image 0" descr="/mnt/data/logo_a_t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05840" y="85953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구조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4128" y="1417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Frontend, Backend, DB, Object Storage, CLOVA API를 연결한 웹 서비스입니다.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26080" y="3017520"/>
            <a:ext cx="1097280" cy="0"/>
          </a:xfrm>
          <a:prstGeom prst="line">
            <a:avLst/>
          </a:prstGeom>
          <a:noFill/>
          <a:ln w="19050">
            <a:solidFill>
              <a:srgbClr val="77746E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035040" y="3017520"/>
            <a:ext cx="685800" cy="0"/>
          </a:xfrm>
          <a:prstGeom prst="line">
            <a:avLst/>
          </a:prstGeom>
          <a:noFill/>
          <a:ln w="19050">
            <a:solidFill>
              <a:srgbClr val="77746E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8641080" y="2788920"/>
            <a:ext cx="1188720" cy="-640080"/>
          </a:xfrm>
          <a:prstGeom prst="line">
            <a:avLst/>
          </a:prstGeom>
          <a:noFill/>
          <a:ln w="19050">
            <a:solidFill>
              <a:srgbClr val="77746E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641080" y="3017520"/>
            <a:ext cx="1188720" cy="0"/>
          </a:xfrm>
          <a:prstGeom prst="line">
            <a:avLst/>
          </a:prstGeom>
          <a:noFill/>
          <a:ln w="19050">
            <a:solidFill>
              <a:srgbClr val="77746E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641080" y="3246120"/>
            <a:ext cx="1188720" cy="640080"/>
          </a:xfrm>
          <a:prstGeom prst="line">
            <a:avLst/>
          </a:prstGeom>
          <a:noFill/>
          <a:ln w="19050">
            <a:solidFill>
              <a:srgbClr val="77746E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14400" y="2423160"/>
            <a:ext cx="2011680" cy="11430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2651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브라우저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023360" y="2423160"/>
            <a:ext cx="2011680" cy="11430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2651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React UI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12280" y="242316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E1F7DD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03720" y="2651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Backend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FastAPI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921240" y="160020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12680" y="18288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AWS DB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사용자·문서·채팅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921240" y="342900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12680" y="3657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Object Storage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업로드 파일 저장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9921240" y="251460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12680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NCP CLOVA 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번역·AI 처리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4892040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2700">
            <a:solidFill>
              <a:srgbClr val="E5DED2">
                <a:alpha val="9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51560" y="519379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 계획: 서비스 규모 증가 시 Backend 일부 기능 분리 또는 Go 기반 고성능 서비스로 전환 가능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 · Naver Cloud Platform 문서 번역 서비스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pic>
        <p:nvPicPr>
          <p:cNvPr id="3" name="Image 0" descr="/mnt/data/logo_a_t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BACKEND &amp; DB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05840" y="85953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FastAPI 기반 백엔드 구현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4128" y="1417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기능별 라우터와 서비스 계층으로 API를 분리해 유지보수성을 높였습니다.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FBF8F2"/>
          </a:solidFill>
          <a:ln w="12700">
            <a:solidFill>
              <a:srgbClr val="E5DED2">
                <a:alpha val="9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0" y="196596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FBF8F2"/>
          </a:solidFill>
          <a:ln w="12700">
            <a:solidFill>
              <a:srgbClr val="E5DED2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2128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API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05840" y="27432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인증: 회원가입, 로그인, 토큰 재발급, 내 정보 조회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1005840" y="324612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문서: 업로드, 목록/상세 조회, 삭제, 공개 여부 변경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1005840" y="37490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번역·요약: 문서 단위 번역 요청 및 핵심 내용 생성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1005840" y="42519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AI 채팅·노트: 문서 기반 질문 답변과 개인 노트 관리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1005840" y="47548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추천: 공개 문서 대상 유사도 기반 추천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6446520" y="22128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테이블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446520" y="274320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83096" y="2811780"/>
            <a:ext cx="1892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778240" y="274320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F1EEE8"/>
          </a:solidFill>
          <a:ln w="12700">
            <a:solidFill>
              <a:srgbClr val="F1EE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14816" y="2811780"/>
            <a:ext cx="1892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documents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446520" y="3273552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83096" y="3342132"/>
            <a:ext cx="1892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translations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778240" y="3273552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F1EEE8"/>
          </a:solidFill>
          <a:ln w="12700">
            <a:solidFill>
              <a:srgbClr val="F1E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14816" y="3342132"/>
            <a:ext cx="1892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summaries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446520" y="3803904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83096" y="3872484"/>
            <a:ext cx="1892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tags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778240" y="3803904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F1EEE8"/>
          </a:solidFill>
          <a:ln w="12700">
            <a:solidFill>
              <a:srgbClr val="F1EE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814816" y="3872484"/>
            <a:ext cx="1892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document_tags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446520" y="4334256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83096" y="4402836"/>
            <a:ext cx="1892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notes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8778240" y="4334256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F1EEE8"/>
          </a:solidFill>
          <a:ln w="12700">
            <a:solidFill>
              <a:srgbClr val="F1EE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814816" y="4402836"/>
            <a:ext cx="1892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chat_messages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446520" y="486460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83096" y="4933188"/>
            <a:ext cx="1892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document_recommendations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778240" y="486460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F1EEE8"/>
          </a:solidFill>
          <a:ln w="12700">
            <a:solidFill>
              <a:srgbClr val="F1EE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814816" y="4933188"/>
            <a:ext cx="1892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refresh_tokens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446520" y="5394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응답 필드는 snake_case로 정리하고, 파일 업로드는 multipart/form-data 기반으로 처리합니다.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 · Naver Cloud Platform 문서 번역 서비스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pic>
        <p:nvPicPr>
          <p:cNvPr id="3" name="Image 0" descr="/mnt/data/logo_a_t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SECURITY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05840" y="85953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보안 설계와 구현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4128" y="1417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업로드 서비스에서 필요한 인증, 권한, 입력 검증, AI 안전장치를 반영했습니다.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10835640" cy="3794760"/>
          </a:xfrm>
          <a:prstGeom prst="roundRect">
            <a:avLst>
              <a:gd name="adj" fmla="val 1928"/>
            </a:avLst>
          </a:prstGeom>
          <a:solidFill>
            <a:srgbClr val="FBF8F2"/>
          </a:solidFill>
          <a:ln w="12700">
            <a:solidFill>
              <a:srgbClr val="E5DED2">
                <a:alpha val="9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233172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E1F7DD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07008" y="24963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비밀번호 보호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07008" y="28346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bcrypt 기반 해시 저장 및 검증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4434840" y="233172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24963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JWT 인증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636008" y="28346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Access Token / Refresh Token 발급 및 재발급 흐름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7863840" y="233172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E1F7DD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65008" y="24963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업로드 제한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065008" y="28346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PDF, DOCX, TXT 허용 · MIME 타입 검증 · UUID 파일명 저장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1005840" y="374904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07008" y="3913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 제어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07008" y="4251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비공개, 공개 문서만 추천 알고리즘에 활용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4434840" y="374904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E1F7DD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36008" y="3913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Rate Limit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636008" y="4251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로그인, 회원가입, 번역, AI 채팅 반복 호출 제한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7863840" y="374904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65008" y="3913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방어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065008" y="4251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Injection, Jailbreaking, 민감 정보 요청 필터링</a:t>
            </a:r>
            <a:endParaRPr lang="en-US" sz="1030" dirty="0"/>
          </a:p>
        </p:txBody>
      </p:sp>
      <p:sp>
        <p:nvSpPr>
          <p:cNvPr id="26" name="Text 23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 · Naver Cloud Platform 문서 번역 서비스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pic>
        <p:nvPicPr>
          <p:cNvPr id="3" name="Image 0" descr="/mnt/data/logo_a_t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UI/UX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05840" y="85953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진입과 인증 화면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4128" y="1417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랜딩 페이지에서 시작해 이메일 또는 Naver 계정 기반 로그인을 지원합니다.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8368" y="1801368"/>
            <a:ext cx="3712464" cy="3072384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5DED2"/>
            </a:solidFill>
            <a:prstDash val="solid"/>
          </a:ln>
        </p:spPr>
      </p:sp>
      <p:pic>
        <p:nvPicPr>
          <p:cNvPr id="8" name="Image 1" descr="/mnt/data/스크린샷 2026-05-09 214604(3).png">    </p:cNvPr>
          <p:cNvPicPr>
            <a:picLocks noChangeAspect="1"/>
          </p:cNvPicPr>
          <p:nvPr/>
        </p:nvPicPr>
        <p:blipFill>
          <a:blip r:embed="rId2"/>
          <a:srcRect l="0" r="22526" t="0" b="0"/>
          <a:stretch/>
        </p:blipFill>
        <p:spPr>
          <a:xfrm>
            <a:off x="685800" y="1828800"/>
            <a:ext cx="3657600" cy="3017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498848" y="1801368"/>
            <a:ext cx="3575304" cy="3072384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5DED2"/>
            </a:solidFill>
            <a:prstDash val="solid"/>
          </a:ln>
        </p:spPr>
      </p:sp>
      <p:pic>
        <p:nvPicPr>
          <p:cNvPr id="10" name="Image 2" descr="/mnt/data/스크린샷 2026-05-09 214617(3).png">    </p:cNvPr>
          <p:cNvPicPr>
            <a:picLocks noChangeAspect="1"/>
          </p:cNvPicPr>
          <p:nvPr/>
        </p:nvPicPr>
        <p:blipFill>
          <a:blip r:embed="rId3"/>
          <a:srcRect l="0" r="25659" t="0" b="0"/>
          <a:stretch/>
        </p:blipFill>
        <p:spPr>
          <a:xfrm>
            <a:off x="4526280" y="1828800"/>
            <a:ext cx="3520440" cy="30175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02168" y="1801368"/>
            <a:ext cx="3300984" cy="3072384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5DED2"/>
            </a:solidFill>
            <a:prstDash val="solid"/>
          </a:ln>
        </p:spPr>
      </p:sp>
      <p:pic>
        <p:nvPicPr>
          <p:cNvPr id="12" name="Image 3" descr="/mnt/data/스크린샷 2026-05-09 214634(3).png">    </p:cNvPr>
          <p:cNvPicPr>
            <a:picLocks noChangeAspect="1"/>
          </p:cNvPicPr>
          <p:nvPr/>
        </p:nvPicPr>
        <p:blipFill>
          <a:blip r:embed="rId4"/>
          <a:srcRect l="0" r="31452" t="0" b="0"/>
          <a:stretch/>
        </p:blipFill>
        <p:spPr>
          <a:xfrm>
            <a:off x="8229600" y="1828800"/>
            <a:ext cx="3246120" cy="30175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5074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서비스 소개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54880" y="50749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로그인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412480" y="5074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회원가입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 · Naver Cloud Platform 문서 번역 서비스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pic>
        <p:nvPicPr>
          <p:cNvPr id="3" name="Image 0" descr="/mnt/data/logo_a_t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WORKSPACE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05840" y="85953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업로드와 관리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4128" y="1417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업로드, 검색, 상태 카드, 문서 목록을 한 대시보드에서 처리합니다.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8368" y="1847088"/>
            <a:ext cx="6821424" cy="4169664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5DED2"/>
            </a:solidFill>
            <a:prstDash val="solid"/>
          </a:ln>
        </p:spPr>
      </p:sp>
      <p:pic>
        <p:nvPicPr>
          <p:cNvPr id="8" name="Image 1" descr="/mnt/data/스크린샷 2026-05-09 214655(3).png">    </p:cNvPr>
          <p:cNvPicPr>
            <a:picLocks noChangeAspect="1"/>
          </p:cNvPicPr>
          <p:nvPr/>
        </p:nvPicPr>
        <p:blipFill>
          <a:blip r:embed="rId2"/>
          <a:srcRect l="0" r="-4625" t="0" b="0"/>
          <a:stretch/>
        </p:blipFill>
        <p:spPr>
          <a:xfrm>
            <a:off x="685800" y="1874520"/>
            <a:ext cx="6766560" cy="4114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18120" y="196596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BF8F2"/>
          </a:solidFill>
          <a:ln w="12700">
            <a:solidFill>
              <a:srgbClr val="E5DED2">
                <a:alpha val="92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83880" y="23317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BF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95360" y="23134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업로드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595360" y="266090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PDF, DOCX, TXT 파일을 선택해 문서 제목과 공개 여부를 함께 저장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183880" y="34015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BF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595360" y="33832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관리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8595360" y="373075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목록 조회, 상세 열기, 공개/비공개 변경, 삭제 버튼 제공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183880" y="4471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BF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595360" y="44531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상태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8595360" y="48006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업로드·번역 진행률과 전체 문서/번역 완료/공개 문서 수 확인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 · Naver Cloud Platform 문서 번역 서비스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pic>
        <p:nvPicPr>
          <p:cNvPr id="3" name="Image 0" descr="/mnt/data/logo_a_t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READER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05840" y="85953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열람 · AI 질문 · 요약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4128" y="1417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원문을 보면서 번역, 요약, 정보 추출, AI 질문을 바로 실행합니다.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8368" y="1847088"/>
            <a:ext cx="4946904" cy="4032504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E5DED2"/>
            </a:solidFill>
            <a:prstDash val="solid"/>
          </a:ln>
        </p:spPr>
      </p:sp>
      <p:pic>
        <p:nvPicPr>
          <p:cNvPr id="8" name="Image 1" descr="/mnt/data/스크린샷 2026-05-09 214712(3).png">    </p:cNvPr>
          <p:cNvPicPr>
            <a:picLocks noChangeAspect="1"/>
          </p:cNvPicPr>
          <p:nvPr/>
        </p:nvPicPr>
        <p:blipFill>
          <a:blip r:embed="rId2"/>
          <a:srcRect l="0" r="21511" t="0" b="0"/>
          <a:stretch/>
        </p:blipFill>
        <p:spPr>
          <a:xfrm>
            <a:off x="685800" y="1874520"/>
            <a:ext cx="4892040" cy="3977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779008" y="1847088"/>
            <a:ext cx="1929384" cy="4032504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E5DED2"/>
            </a:solidFill>
            <a:prstDash val="solid"/>
          </a:ln>
        </p:spPr>
      </p:sp>
      <p:pic>
        <p:nvPicPr>
          <p:cNvPr id="10" name="Image 2" descr="/mnt/data/스크린샷 2026-05-09 214742(3).png">    </p:cNvPr>
          <p:cNvPicPr>
            <a:picLocks noChangeAspect="1"/>
          </p:cNvPicPr>
          <p:nvPr/>
        </p:nvPicPr>
        <p:blipFill>
          <a:blip r:embed="rId3"/>
          <a:srcRect l="0" r="-26103" t="0" b="0"/>
          <a:stretch/>
        </p:blipFill>
        <p:spPr>
          <a:xfrm>
            <a:off x="5806440" y="1874520"/>
            <a:ext cx="1874520" cy="3977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882128" y="1847088"/>
            <a:ext cx="3575304" cy="4032504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12700">
            <a:solidFill>
              <a:srgbClr val="E5DED2"/>
            </a:solidFill>
            <a:prstDash val="solid"/>
          </a:ln>
        </p:spPr>
      </p:sp>
      <p:pic>
        <p:nvPicPr>
          <p:cNvPr id="12" name="Image 3" descr="/mnt/data/스크린샷 2026-05-09 214751(3).png">    </p:cNvPr>
          <p:cNvPicPr>
            <a:picLocks noChangeAspect="1"/>
          </p:cNvPicPr>
          <p:nvPr/>
        </p:nvPicPr>
        <p:blipFill>
          <a:blip r:embed="rId4"/>
          <a:srcRect l="0" r="27560" t="0" b="0"/>
          <a:stretch/>
        </p:blipFill>
        <p:spPr>
          <a:xfrm>
            <a:off x="7909560" y="1874520"/>
            <a:ext cx="3520440" cy="39776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377440" y="598932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414016" y="6057900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리더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6217920" y="598932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6254496" y="6057900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CHAT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9144000" y="598932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180576" y="6057900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요약·키워드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 · Naver Cloud Platform 문서 번역 서비스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pic>
        <p:nvPicPr>
          <p:cNvPr id="3" name="Image 0" descr="/mnt/data/logo_a_t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05840" y="85953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유사 문서 추천과 개인 노트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4128" y="1417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문서의 태그·키워드·요약 내용을 기반으로 공개 문서만 추천합니다.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8368" y="1847088"/>
            <a:ext cx="5632704" cy="4123944"/>
          </a:xfrm>
          <a:prstGeom prst="roundRect">
            <a:avLst>
              <a:gd name="adj" fmla="val 1330"/>
            </a:avLst>
          </a:prstGeom>
          <a:solidFill>
            <a:srgbClr val="FFFFFF"/>
          </a:solidFill>
          <a:ln w="12700">
            <a:solidFill>
              <a:srgbClr val="E5DED2"/>
            </a:solidFill>
            <a:prstDash val="solid"/>
          </a:ln>
        </p:spPr>
      </p:sp>
      <p:pic>
        <p:nvPicPr>
          <p:cNvPr id="8" name="Image 1" descr="/mnt/data/스크린샷 2026-05-09 214804(3).png">    </p:cNvPr>
          <p:cNvPicPr>
            <a:picLocks noChangeAspect="1"/>
          </p:cNvPicPr>
          <p:nvPr/>
        </p:nvPicPr>
        <p:blipFill>
          <a:blip r:embed="rId2"/>
          <a:srcRect l="0" r="12920" t="0" b="0"/>
          <a:stretch/>
        </p:blipFill>
        <p:spPr>
          <a:xfrm>
            <a:off x="685800" y="1874520"/>
            <a:ext cx="5577840" cy="4069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75120" y="1965960"/>
            <a:ext cx="4572000" cy="3703320"/>
          </a:xfrm>
          <a:prstGeom prst="roundRect">
            <a:avLst>
              <a:gd name="adj" fmla="val 1975"/>
            </a:avLst>
          </a:prstGeom>
          <a:solidFill>
            <a:srgbClr val="FBF8F2"/>
          </a:solidFill>
          <a:ln w="12700">
            <a:solidFill>
              <a:srgbClr val="E5DED2">
                <a:alpha val="92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995160" y="2286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알고리즘 기준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995160" y="2880360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031736" y="2948940"/>
            <a:ext cx="1435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코사인 유사도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9006840" y="2880360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043416" y="2948940"/>
            <a:ext cx="1435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자카드 지수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995160" y="3483864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31736" y="3552444"/>
            <a:ext cx="1435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태그 유사도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9006840" y="3483864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E1F7DD"/>
          </a:solidFill>
          <a:ln w="12700">
            <a:solidFill>
              <a:srgbClr val="E1F7D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043416" y="3552444"/>
            <a:ext cx="1435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유사도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995160" y="4087368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F1EEE8"/>
          </a:solidFill>
          <a:ln w="12700">
            <a:solidFill>
              <a:srgbClr val="F1EE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031736" y="4155948"/>
            <a:ext cx="1435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비공개 문서 제외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995160" y="47365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학습 흐름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995160" y="507492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읽기 → 질문 → 요약 → 노트 저장 → 관련 문서 탐색으로 이어지는 학습 루프를 구성했습니다.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 · Naver Cloud Platform 문서 번역 서비스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pic>
        <p:nvPicPr>
          <p:cNvPr id="3" name="Image 0" descr="/mnt/data/logo_a_t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INFRA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05840" y="85953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인프라 구축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4128" y="1417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실행과 안정적인 접근을 위해 NCP/AWS 기반 인프라 요소를 구성했습니다.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920240" y="2788920"/>
            <a:ext cx="1234440" cy="0"/>
          </a:xfrm>
          <a:prstGeom prst="line">
            <a:avLst/>
          </a:prstGeom>
          <a:noFill/>
          <a:ln w="19050">
            <a:solidFill>
              <a:srgbClr val="77746E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709160" y="2788920"/>
            <a:ext cx="1234440" cy="0"/>
          </a:xfrm>
          <a:prstGeom prst="line">
            <a:avLst/>
          </a:prstGeom>
          <a:noFill/>
          <a:ln w="19050">
            <a:solidFill>
              <a:srgbClr val="77746E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498080" y="2788920"/>
            <a:ext cx="1234440" cy="0"/>
          </a:xfrm>
          <a:prstGeom prst="line">
            <a:avLst/>
          </a:prstGeom>
          <a:noFill/>
          <a:ln w="19050">
            <a:solidFill>
              <a:srgbClr val="77746E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732520" y="3886200"/>
            <a:ext cx="-1188720" cy="0"/>
          </a:xfrm>
          <a:prstGeom prst="line">
            <a:avLst/>
          </a:prstGeom>
          <a:noFill/>
          <a:ln w="19050">
            <a:solidFill>
              <a:srgbClr val="77746E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943600" y="3886200"/>
            <a:ext cx="-1234440" cy="0"/>
          </a:xfrm>
          <a:prstGeom prst="line">
            <a:avLst/>
          </a:prstGeom>
          <a:noFill/>
          <a:ln w="19050">
            <a:solidFill>
              <a:srgbClr val="77746E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154680" y="3886200"/>
            <a:ext cx="-1234440" cy="0"/>
          </a:xfrm>
          <a:prstGeom prst="line">
            <a:avLst/>
          </a:prstGeom>
          <a:noFill/>
          <a:ln w="19050">
            <a:solidFill>
              <a:srgbClr val="77746E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85800" y="233172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569464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Global DNS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3063240" y="233172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54680" y="2569464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Load Balancer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5440680" y="233172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E1F7DD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32120" y="2569464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Server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7818120" y="233172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09560" y="2569464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Object Storage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818120" y="3429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09560" y="3666744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Init Script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5440680" y="3429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32120" y="3666744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VPC / Subnet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3063240" y="3429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54680" y="3666744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Monitoring</a:t>
            </a:r>
            <a:endParaRPr lang="en-US" sz="1220" dirty="0"/>
          </a:p>
        </p:txBody>
      </p:sp>
      <p:sp>
        <p:nvSpPr>
          <p:cNvPr id="27" name="Shape 24"/>
          <p:cNvSpPr/>
          <p:nvPr/>
        </p:nvSpPr>
        <p:spPr>
          <a:xfrm>
            <a:off x="685800" y="3429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BF8F2"/>
          </a:solidFill>
          <a:ln w="12700">
            <a:solidFill>
              <a:srgbClr val="E5DED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3666744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Repo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777240" y="507492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FBF8F2"/>
          </a:solidFill>
          <a:ln w="12700">
            <a:solidFill>
              <a:srgbClr val="E5DED2">
                <a:alpha val="92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5840" y="5330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산출물: GitHub 저장소 — github.com/DooHyeonKo/NCPProject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 · Naver Cloud Platform 문서 번역 서비스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pic>
        <p:nvPicPr>
          <p:cNvPr id="3" name="Image 0" descr="/mnt/data/logo_a_t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TIMELINE &amp; OUTCOME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05840" y="85953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추진 일정과 최종 산출물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4128" y="1417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기획 → 설계 → 구현 → 배포/QA 단계로 진행했습니다.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68680" y="2103120"/>
            <a:ext cx="274320" cy="274320"/>
          </a:xfrm>
          <a:prstGeom prst="ellipse">
            <a:avLst/>
          </a:prstGeom>
          <a:solidFill>
            <a:srgbClr val="7EE783"/>
          </a:solidFill>
          <a:ln w="12700">
            <a:solidFill>
              <a:srgbClr val="7EE78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2377440"/>
            <a:ext cx="0" cy="713232"/>
          </a:xfrm>
          <a:prstGeom prst="line">
            <a:avLst/>
          </a:prstGeom>
          <a:noFill/>
          <a:ln w="25400">
            <a:solidFill>
              <a:srgbClr val="7EE7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25880" y="20299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BF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05.05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14600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기획·킥오프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0" y="2029968"/>
            <a:ext cx="6355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주제 선정, 팀 이름, 핵심 기능과 추가 기능 범위 설정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" y="2971800"/>
            <a:ext cx="274320" cy="274320"/>
          </a:xfrm>
          <a:prstGeom prst="ellipse">
            <a:avLst/>
          </a:prstGeom>
          <a:solidFill>
            <a:srgbClr val="7EE783"/>
          </a:solidFill>
          <a:ln w="12700">
            <a:solidFill>
              <a:srgbClr val="7EE78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3246120"/>
            <a:ext cx="0" cy="713232"/>
          </a:xfrm>
          <a:prstGeom prst="line">
            <a:avLst/>
          </a:prstGeom>
          <a:noFill/>
          <a:ln w="25400">
            <a:solidFill>
              <a:srgbClr val="7EE78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25880" y="2898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BF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05.07~05.08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14600" y="2880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설계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572000" y="2898648"/>
            <a:ext cx="6355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Backend, DB, API, 추천 알고리즘, UI/UX 설계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7EE783"/>
          </a:solidFill>
          <a:ln w="12700">
            <a:solidFill>
              <a:srgbClr val="7EE78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05840" y="4114800"/>
            <a:ext cx="0" cy="713232"/>
          </a:xfrm>
          <a:prstGeom prst="line">
            <a:avLst/>
          </a:prstGeom>
          <a:noFill/>
          <a:ln w="25400">
            <a:solidFill>
              <a:srgbClr val="7EE78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25880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BF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05.09~05.11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514600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구현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572000" y="3767328"/>
            <a:ext cx="6355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관리, 번역, 요약, AI 채팅, 노트, 추천 기능 개발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68680" y="4709160"/>
            <a:ext cx="274320" cy="274320"/>
          </a:xfrm>
          <a:prstGeom prst="ellipse">
            <a:avLst/>
          </a:prstGeom>
          <a:solidFill>
            <a:srgbClr val="7EE783"/>
          </a:solidFill>
          <a:ln w="12700">
            <a:solidFill>
              <a:srgbClr val="7EE78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25880" y="46360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BF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05.12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4617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배포·QA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4572000" y="4636008"/>
            <a:ext cx="6355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NCP 인프라 세팅, 통합 테스트, 오류 수정, 발표 준비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85800" y="5806440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2700">
            <a:solidFill>
              <a:srgbClr val="E5DED2">
                <a:alpha val="9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5989320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 분담: 고두현 — 개발 전반 / 이환희 — 자료 조사, PPT 제작 및 발표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to ㄱ · Naver Cloud Platform 문서 번역 서비스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4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건양대학교 MATCH業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to ㄱ - 문서 번역 학습 노트 서비스</dc:title>
  <dc:subject>A to ㄱ 프로젝트 발표자료</dc:subject>
  <dc:creator>OpenAI</dc:creator>
  <cp:lastModifiedBy>OpenAI</cp:lastModifiedBy>
  <cp:revision>1</cp:revision>
  <dcterms:created xsi:type="dcterms:W3CDTF">2026-05-13T10:28:38Z</dcterms:created>
  <dcterms:modified xsi:type="dcterms:W3CDTF">2026-05-13T10:28:38Z</dcterms:modified>
</cp:coreProperties>
</file>